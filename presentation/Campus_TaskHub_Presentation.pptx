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 TaskHub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Mobile computing project — Flutter · Supabase · MVVM</a:t>
            </a:r>
          </a:p>
          <a:p>
            <a:r>
              <a:t>Presentation outline (≈7 min + demo + Q&amp;A)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Logistics (reference)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Target: ~12 minutes total including setup</a:t>
            </a:r>
          </a:p>
          <a:p>
            <a:pPr>
              <a:defRPr sz="1800"/>
            </a:pPr>
            <a:r>
              <a:t>• Structure: ~7 min content + live demo + future plans, then Q&amp;A</a:t>
            </a:r>
          </a:p>
          <a:p>
            <a:pPr>
              <a:defRPr sz="1800"/>
            </a:pPr>
            <a:r>
              <a:t>• Tip: rehearse demo path; keep backup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Title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Project: Campus TaskHub</a:t>
            </a:r>
          </a:p>
          <a:p>
            <a:pPr>
              <a:defRPr sz="1800"/>
            </a:pPr>
            <a:r>
              <a:t>• Team: [Add names]</a:t>
            </a:r>
          </a:p>
          <a:p>
            <a:pPr>
              <a:defRPr sz="1800"/>
            </a:pPr>
            <a:r>
              <a:t>• Roles: [e.g. Backend/Supabase · App &amp; MVVM · UI/flows · QA &amp; demo]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What: Student mobile app for tasks, schedule, and group collaboration</a:t>
            </a:r>
          </a:p>
          <a:p>
            <a:pPr>
              <a:defRPr sz="1800"/>
            </a:pPr>
            <a:r>
              <a:t>• Problem: Scattered deadlines; need shared group work and college/subject context</a:t>
            </a:r>
          </a:p>
          <a:p>
            <a:pPr>
              <a:defRPr sz="1800"/>
            </a:pPr>
            <a:r>
              <a:t>• Users: Enrolled students (catalog-driven registration)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65C0"/>
                </a:solidFill>
              </a:defRPr>
            </a:pPr>
            <a:r>
              <a:t>3.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Problems &amp; goals</a:t>
            </a:r>
          </a:p>
          <a:p>
            <a:pPr>
              <a:spcAft>
                <a:spcPts val="600"/>
              </a:spcAft>
              <a:defRPr sz="1600"/>
            </a:pPr>
            <a:r>
              <a:t>Centralized tasks &amp; deadlines</a:t>
            </a:r>
          </a:p>
          <a:p>
            <a:pPr>
              <a:spcAft>
                <a:spcPts val="600"/>
              </a:spcAft>
              <a:defRPr sz="1600"/>
            </a:pPr>
            <a:r>
              <a:t>Groups via join codes &amp; roles</a:t>
            </a:r>
          </a:p>
          <a:p>
            <a:pPr>
              <a:spcAft>
                <a:spcPts val="600"/>
              </a:spcAft>
              <a:defRPr sz="1600"/>
            </a:pPr>
            <a:r>
              <a:t>Insights on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Technical &amp; user-centric</a:t>
            </a:r>
          </a:p>
          <a:p>
            <a:pPr>
              <a:spcAft>
                <a:spcPts val="600"/>
              </a:spcAft>
              <a:defRPr sz="1600"/>
            </a:pPr>
            <a:r>
              <a:t>Supabase + RLS + Auth</a:t>
            </a:r>
          </a:p>
          <a:p>
            <a:pPr>
              <a:spcAft>
                <a:spcPts val="600"/>
              </a:spcAft>
              <a:defRPr sz="1600"/>
            </a:pPr>
            <a:r>
              <a:t>MVVM + Provider</a:t>
            </a:r>
          </a:p>
          <a:p>
            <a:pPr>
              <a:spcAft>
                <a:spcPts val="600"/>
              </a:spcAft>
              <a:defRPr sz="1600"/>
            </a:pPr>
            <a:r>
              <a:t>Usable task/calendar/team 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Auth (Supabase) · Onboarding: college + subject catalog + profile</a:t>
            </a:r>
          </a:p>
          <a:p>
            <a:pPr>
              <a:defRPr sz="1800"/>
            </a:pPr>
            <a:r>
              <a:t>• Tasks: CRUD, filters, pin, progress %, status</a:t>
            </a:r>
          </a:p>
          <a:p>
            <a:pPr>
              <a:defRPr sz="1800"/>
            </a:pPr>
            <a:r>
              <a:t>• Groups / Team: join codes, members, active group</a:t>
            </a:r>
          </a:p>
          <a:p>
            <a:pPr>
              <a:defRPr sz="1800"/>
            </a:pPr>
            <a:r>
              <a:t>• Calendar: week grid &amp; day agenda; classes + due dates</a:t>
            </a:r>
          </a:p>
          <a:p>
            <a:pPr>
              <a:defRPr sz="1800"/>
            </a:pPr>
            <a:r>
              <a:t>• Academics: Tasks, Projects, Insights, Team</a:t>
            </a:r>
          </a:p>
          <a:p>
            <a:pPr>
              <a:defRPr sz="1800"/>
            </a:pPr>
            <a:r>
              <a:t>• Dashboard &amp; profile · Local deadline notifications (where supported)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Pattern: MVVM — Views observe ViewModels; Services call Supabase</a:t>
            </a:r>
          </a:p>
          <a:p>
            <a:pPr>
              <a:defRPr sz="1800"/>
            </a:pPr>
            <a:r>
              <a:t>• State: Provider (ChangeNotifier, MultiProvider)</a:t>
            </a:r>
          </a:p>
          <a:p>
            <a:pPr>
              <a:defRPr sz="1800"/>
            </a:pPr>
            <a:r>
              <a:t>• Backend: Supabase — Postgres, Row Level Security, Auth, RPC (e.g. join by code)</a:t>
            </a:r>
          </a:p>
          <a:p>
            <a:pPr>
              <a:defRPr sz="1800"/>
            </a:pPr>
            <a:r>
              <a:t>• Client: Flutter (Material), supabase_flutter</a:t>
            </a:r>
          </a:p>
          <a:p>
            <a:pPr>
              <a:defRPr sz="1800"/>
            </a:pPr>
            <a:r>
              <a:t>• See next slide for MVVM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MVVM &amp; data flow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View (widgets) → watches → ViewModel (ChangeNotifier)</a:t>
            </a:r>
          </a:p>
          <a:p>
            <a:pPr>
              <a:defRPr sz="1800"/>
            </a:pPr>
            <a:r>
              <a:t>ViewModel → Service (TaskService, GroupService, StudentProfileService, …)</a:t>
            </a:r>
          </a:p>
          <a:p>
            <a:pPr>
              <a:defRPr sz="1800"/>
            </a:pPr>
            <a:r>
              <a:t>Service → Supabase client → Auth + Postgres (RLS)</a:t>
            </a:r>
          </a:p>
          <a:p>
            <a:pPr>
              <a:defRPr sz="1800"/>
            </a:pPr>
            <a:r>
              <a:t>Models: e.g. AcademicTask, StudentAppContext — held in ViewModels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Insert your Gantt chart on this slide or the next</a:t>
            </a:r>
          </a:p>
          <a:p>
            <a:pPr>
              <a:defRPr sz="1800"/>
            </a:pPr>
            <a:r>
              <a:t>• Suggested phases: requirements → schema &amp; auth → MVVM shell → tasks &amp; groups</a:t>
            </a:r>
          </a:p>
          <a:p>
            <a:pPr>
              <a:defRPr sz="1800"/>
            </a:pPr>
            <a:r>
              <a:t>• → calendar &amp; registration catalog → insights / team / notifications → test &amp; polish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Live demo (rehearse)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Login / signup (if time)</a:t>
            </a:r>
          </a:p>
          <a:p>
            <a:pPr>
              <a:defRPr sz="1800"/>
            </a:pPr>
            <a:r>
              <a:t>• Registration or profile: college + subjects</a:t>
            </a:r>
          </a:p>
          <a:p>
            <a:pPr>
              <a:defRPr sz="1800"/>
            </a:pPr>
            <a:r>
              <a:t>• Tasks: add, pin, progress, done, filters</a:t>
            </a:r>
          </a:p>
          <a:p>
            <a:pPr>
              <a:defRPr sz="1800"/>
            </a:pPr>
            <a:r>
              <a:t>• Team: join code / groups (if stable)</a:t>
            </a:r>
          </a:p>
          <a:p>
            <a:pPr>
              <a:defRPr sz="1800"/>
            </a:pPr>
            <a:r>
              <a:t>• Insights · Calendar (week vs day)</a:t>
            </a:r>
          </a:p>
          <a:p>
            <a:pPr>
              <a:defRPr sz="1800"/>
            </a:pPr>
            <a:r>
              <a:t>• Optional: show error handling (e.g. invalid code / offline)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Push notifications (FCM) beyond local reminders</a:t>
            </a:r>
          </a:p>
          <a:p>
            <a:pPr>
              <a:defRPr sz="1800"/>
            </a:pPr>
            <a:r>
              <a:t>• Localization (e.g. Filipino / English)</a:t>
            </a:r>
          </a:p>
          <a:p>
            <a:pPr>
              <a:defRPr sz="1800"/>
            </a:pPr>
            <a:r>
              <a:t>• Deeper faculty/admin workflows · Offline or sync status</a:t>
            </a:r>
          </a:p>
          <a:p>
            <a:pPr>
              <a:defRPr sz="1800"/>
            </a:pPr>
            <a:r>
              <a:t>• Analytics / A/B testing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Q&amp;A (≈5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Why Supabase? Postgres + Auth + RLS; fast iteration for student projects</a:t>
            </a:r>
          </a:p>
          <a:p>
            <a:pPr>
              <a:defRPr sz="1800"/>
            </a:pPr>
            <a:r>
              <a:t>• Why MVVM + Provider? Clear separation; fits Flutter patterns</a:t>
            </a:r>
          </a:p>
          <a:p>
            <a:pPr>
              <a:defRPr sz="1800"/>
            </a:pPr>
            <a:r>
              <a:t>• Security: RLS; sensitive ops via RPC where needed</a:t>
            </a:r>
          </a:p>
          <a:p>
            <a:pPr>
              <a:defRPr sz="1800"/>
            </a:pPr>
            <a:r>
              <a:t>• Be ready: hardest bug, trade-offs, what you’d redo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Campus TaskHub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